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188720"/>
            <a:ext cx="2377440" cy="4114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DE POO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Gerenciamento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Biblioteca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em Java aplicando os pilares da Programação Orientada a Objetos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297680"/>
            <a:ext cx="5486400" cy="0"/>
          </a:xfrm>
          <a:prstGeom prst="line">
            <a:avLst/>
          </a:prstGeom>
          <a:noFill/>
          <a:ln w="25400">
            <a:solidFill>
              <a:srgbClr val="F088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548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Maurício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Paulo Henrique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Letícia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4754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CATÓLICA DE BRASÍLIA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5074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Orientada a Objetos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54406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Samuel Novais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5852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INTRODUÇÃO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e Objetivo do Projeto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371600" cy="0"/>
          </a:xfrm>
          <a:prstGeom prst="line">
            <a:avLst/>
          </a:prstGeom>
          <a:noFill/>
          <a:ln w="38100">
            <a:solidFill>
              <a:srgbClr val="F088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5394960" cy="4297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28800"/>
            <a:ext cx="91440" cy="429768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Biblioteca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Java que gerencia as operações de uma biblioteca: cadastro de autores, livros e usuários, além do controle de empréstimos e devoluções.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937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Interface: linha de comando (CLI)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5257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Armazenamento: em memória (ArrayList)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5577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Linguagem: Java 25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5394960" cy="4297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828800"/>
            <a:ext cx="91440" cy="42976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2377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os 4 pilares de POO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583680" y="320040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Encapsulamento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Abstração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54864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num sistema funcional com CRUD completo em 4 módulos.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Gerenciamento de Biblioteca · POO · UCB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DESCRIÇÃO DO SISTEMA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e Módulos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371600" cy="0"/>
          </a:xfrm>
          <a:prstGeom prst="line">
            <a:avLst/>
          </a:prstGeom>
          <a:noFill/>
          <a:ln w="38100">
            <a:solidFill>
              <a:srgbClr val="F088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516636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28800"/>
            <a:ext cx="91440" cy="219456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828800" y="2011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6060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 autores com nome, nacionalidade e data de nascimento.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3520440"/>
            <a:ext cx="4754880" cy="36576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520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· Read · Update · Delete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828800"/>
            <a:ext cx="516636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55080" y="1828800"/>
            <a:ext cx="91440" cy="219456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543800" y="2011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29400" y="26060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 livros vinculados a um autor (título, ISBN, ano).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29400" y="3520440"/>
            <a:ext cx="4754880" cy="36576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3520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· Read · Update · Delete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251960"/>
            <a:ext cx="516636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251960"/>
            <a:ext cx="91440" cy="21945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389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828800" y="4434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" y="5029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 usuários da biblioteca (nome, endereço, telefone).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14400" y="5943600"/>
            <a:ext cx="4754880" cy="36576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943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· Read · Update · Delete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55080" y="4251960"/>
            <a:ext cx="516636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55080" y="4251960"/>
            <a:ext cx="91440" cy="219456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4389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543800" y="4434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EMPRÉSTIMOS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629400" y="5029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empréstimos e devoluções, atualizando o status do livro.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629400" y="5943600"/>
            <a:ext cx="4754880" cy="36576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5943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· Read · Update · Devolver · Delete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Gerenciamento de Biblioteca · POO · UCB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MODELAGEM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Classes e Relacionamentos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371600" cy="0"/>
          </a:xfrm>
          <a:prstGeom prst="line">
            <a:avLst/>
          </a:prstGeom>
          <a:noFill/>
          <a:ln w="38100">
            <a:solidFill>
              <a:srgbClr val="F088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0" y="1783080"/>
            <a:ext cx="2468880" cy="1005840"/>
          </a:xfrm>
          <a:prstGeom prst="rect">
            <a:avLst/>
          </a:prstGeom>
          <a:solidFill>
            <a:srgbClr val="161B22"/>
          </a:solidFill>
          <a:ln w="2540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 abstract »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37760" y="2057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7492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id : 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nome : String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4023360"/>
            <a:ext cx="2560320" cy="1371600"/>
          </a:xfrm>
          <a:prstGeom prst="rect">
            <a:avLst/>
          </a:prstGeom>
          <a:solidFill>
            <a:srgbClr val="161B22"/>
          </a:solidFill>
          <a:ln w="254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114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5156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nacionalidade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dataNascimento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4983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exibirInfo()  @Override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86800" y="4023360"/>
            <a:ext cx="2560320" cy="137160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0" y="4114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82396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endereco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telefone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23960" y="4983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exibirInfo()  @Override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31920" y="4023360"/>
            <a:ext cx="2194560" cy="137160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93192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069080" y="45262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titulo, isbn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ano, disponivel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autor : Autor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4023360"/>
            <a:ext cx="2194560" cy="1371600"/>
          </a:xfrm>
          <a:prstGeom prst="rect">
            <a:avLst/>
          </a:prstGeom>
          <a:solidFill>
            <a:srgbClr val="161B22"/>
          </a:solidFill>
          <a:ln w="25400">
            <a:solidFill>
              <a:srgbClr val="E3B34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1792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Emprestimo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355080" y="45262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livro : Livro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usuario : Usuario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dataEmp, dataDev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94560" y="4023360"/>
            <a:ext cx="3977640" cy="-1234440"/>
          </a:xfrm>
          <a:prstGeom prst="line">
            <a:avLst/>
          </a:prstGeom>
          <a:noFill/>
          <a:ln w="25400">
            <a:solidFill>
              <a:srgbClr val="F0883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966960" y="4023360"/>
            <a:ext cx="-3794760" cy="-1234440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320040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5528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931920" y="4709160"/>
            <a:ext cx="-45720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  <a:tailEnd type="diamond"/>
          </a:ln>
        </p:spPr>
      </p:sp>
      <p:sp>
        <p:nvSpPr>
          <p:cNvPr id="29" name="Shape 27"/>
          <p:cNvSpPr/>
          <p:nvPr/>
        </p:nvSpPr>
        <p:spPr>
          <a:xfrm>
            <a:off x="6217920" y="4709160"/>
            <a:ext cx="-9144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  <a:tailEnd type="diamond"/>
          </a:ln>
        </p:spPr>
      </p:sp>
      <p:sp>
        <p:nvSpPr>
          <p:cNvPr id="30" name="Shape 28"/>
          <p:cNvSpPr/>
          <p:nvPr/>
        </p:nvSpPr>
        <p:spPr>
          <a:xfrm>
            <a:off x="8412480" y="4709160"/>
            <a:ext cx="27432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  <a:tailEnd type="diamond"/>
          </a:ln>
        </p:spPr>
      </p:sp>
      <p:sp>
        <p:nvSpPr>
          <p:cNvPr id="31" name="Text 29"/>
          <p:cNvSpPr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Setas brancas: HERANÇA (extends)   ·   Losangos: COMPOSIÇÃO (tem-um)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Gerenciamento de Biblioteca · POO · UCB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PILARES DE POO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cada conceito aparece no código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371600" cy="0"/>
          </a:xfrm>
          <a:prstGeom prst="line">
            <a:avLst/>
          </a:prstGeom>
          <a:noFill/>
          <a:ln w="38100">
            <a:solidFill>
              <a:srgbClr val="F088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516636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28800"/>
            <a:ext cx="91440" cy="219456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659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783080" y="2011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ENCAPSULAMENTO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sempre private (ou protected na classe abstrata) acessados apenas por getters e setters.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5935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ONDE: </a:t>
            </a:r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Todas as classes do pacote modelo/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55080" y="1828800"/>
            <a:ext cx="516636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55080" y="1828800"/>
            <a:ext cx="91440" cy="219456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9659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498080" y="2011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629400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 e Usuario estendem Pessoa, reaproveitando atributos id e nome através de super(...).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29400" y="35935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ONDE: </a:t>
            </a:r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Autor.java · Usuario.java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251960"/>
            <a:ext cx="516636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4251960"/>
            <a:ext cx="91440" cy="21945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3891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783080" y="4434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14400" y="50292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método exibirInfo() é sobrescrito (@Override) em cada subclasse, exibindo formato diferente.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60167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ONDE: </a:t>
            </a:r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Autor.exibirInfo() · Usuario.exibirInfo()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4251960"/>
            <a:ext cx="516636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55080" y="4251960"/>
            <a:ext cx="91440" cy="219456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43891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7498080" y="4434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ABSTRAÇÃO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629400" y="50292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 é uma classe abstract com método abstrato exibirInfo() — não pode ser instanciada diretamente.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29400" y="60167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ONDE: </a:t>
            </a:r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Pessoa.java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Gerenciamento de Biblioteca · POO · UCB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DEMONSTRAÇÃO DO CÓDIGO  ·  1/3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Pessoa — Abstração e Herança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371600" cy="0"/>
          </a:xfrm>
          <a:prstGeom prst="line">
            <a:avLst/>
          </a:prstGeom>
          <a:noFill/>
          <a:ln w="38100">
            <a:solidFill>
              <a:srgbClr val="F088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37360"/>
            <a:ext cx="7315200" cy="457200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37360"/>
            <a:ext cx="7315200" cy="2743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810512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1810512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704" y="1810512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1737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210312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ucb.poo.biblioteca.modelo;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abstract class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Pessoa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int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Pessoa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id, 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nome)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.id = id;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.nome = nome;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método abstrato — cada filha implementa do seu jeito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abstract void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exibirInfo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getters e setters omitidos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1737360"/>
            <a:ext cx="3383280" cy="4572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0" y="1737360"/>
            <a:ext cx="91440" cy="457200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0" y="2240280"/>
            <a:ext cx="3154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 class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pode ser instanciada com new Pessoa(). Serve como base para Autor e Usuario.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visíveis para as subclasses (encapsulamento controlado).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 void exibirInfo()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sem corpo. Obriga cada subclasse a implementar a sua versão.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Gerenciamento de Biblioteca · POO · UCB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DEMONSTRAÇÃO DO CÓDIGO  ·  2/3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Autor — Herança e Polimorfismo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371600" cy="0"/>
          </a:xfrm>
          <a:prstGeom prst="line">
            <a:avLst/>
          </a:prstGeom>
          <a:noFill/>
          <a:ln w="38100">
            <a:solidFill>
              <a:srgbClr val="F088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37360"/>
            <a:ext cx="7315200" cy="457200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37360"/>
            <a:ext cx="7315200" cy="2743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810512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1810512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704" y="1810512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1737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210312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Autor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Pessoa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nacionalidade;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dataNascimento;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Autor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id, 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nome,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nac, 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(id, nome);  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chama construtor da Pessoa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.nacionalidade = nac;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.dataNascimento = data;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exibirInfo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.out.println(</a:t>
            </a:r>
            <a:pPr indent="0" marL="0"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"=== AUTOR ==="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.out.println(</a:t>
            </a:r>
            <a:pPr indent="0" marL="0"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"Nome: "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.nome);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 outras infos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1737360"/>
            <a:ext cx="3383280" cy="4572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0" y="1737360"/>
            <a:ext cx="91440" cy="45720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0" y="2240280"/>
            <a:ext cx="3154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 Pessoa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 HERDA id, nome e o método exibirInfo() de Pessoa.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super(id, nome)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OBRIGATÓRIO ser a primeira linha do construtor da subclasse.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Sobrescreve o método abstrato — POLIMORFISMO. Usuario tem outra implementação.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Gerenciamento de Biblioteca · POO · UCB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DEMONSTRAÇÃO DO CÓDIGO  ·  3/3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AutorController — CRUD em ArrayList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371600" cy="0"/>
          </a:xfrm>
          <a:prstGeom prst="line">
            <a:avLst/>
          </a:prstGeom>
          <a:noFill/>
          <a:ln w="38100">
            <a:solidFill>
              <a:srgbClr val="F088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37360"/>
            <a:ext cx="7315200" cy="457200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37360"/>
            <a:ext cx="7315200" cy="2743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810512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1810512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704" y="1810512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1737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210312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AutorController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Autor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autores;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int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proximoId;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Autor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cadastrar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nome, ...)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Autor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= </a:t>
            </a:r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Autor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(proximoId, nome, ...);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autores.add(a);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proximoId++;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Autor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buscarPorId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Autor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: autores)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(a.getId() == id) </a:t>
            </a:r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null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atualizar(id, ...) e excluir(id) seguem o mesmo padrão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1737360"/>
            <a:ext cx="3383280" cy="4572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0" y="1737360"/>
            <a:ext cx="91440" cy="45720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REPETIDO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0" y="2240280"/>
            <a:ext cx="3154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4 controllers seguem este mesmo padrão: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cadastrar()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listar()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buscarPorId()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atualizar()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excluir()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EmprestimoController tem ainda devolver() — única regra de negócio específica.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Gerenciamento de Biblioteca · POO · UCB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EXECUÇÃO DO SISTEMA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do fluxo no console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371600" cy="0"/>
          </a:xfrm>
          <a:prstGeom prst="line">
            <a:avLst/>
          </a:prstGeom>
          <a:noFill/>
          <a:ln w="38100">
            <a:solidFill>
              <a:srgbClr val="F088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37360"/>
            <a:ext cx="6858000" cy="457200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37360"/>
            <a:ext cx="6858000" cy="2743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810512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1810512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704" y="1810512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37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— SistemaBiblioteca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103120"/>
            <a:ext cx="6492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SISTEMA DE BIBLIOTECA ===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 Autores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2 - Livros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3 - Usuarios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4 - Emprestimos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0 - Sair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Escolha: </a:t>
            </a:r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EMPRESTIMOS ===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Escolha: </a:t>
            </a:r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do livro: </a:t>
            </a:r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do usuario: </a:t>
            </a:r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</a:t>
            </a:r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30/05/2026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Emprestimo cadastrado com ID 1.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LIVRO ===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Titulo: Dom Casmurro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Autor: Machado de Assis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Emprestado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18120" y="1737360"/>
            <a:ext cx="3794760" cy="4572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818120" y="1737360"/>
            <a:ext cx="91440" cy="45720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1874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TESTADO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92440" y="2286000"/>
            <a:ext cx="3383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Cadastra autor (Machado)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Cadastra livro vinculado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Cadastra usuário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Cria empréstimo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Livro vira Emprestado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Registra devolução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Livro volta a Disponível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 na prática: cada exibirInfo() formata diferente.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Gerenciamento de Biblioteca · POO · UCB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914400"/>
            <a:ext cx="1645920" cy="4114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sistema entrega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1371600" cy="0"/>
          </a:xfrm>
          <a:prstGeom prst="line">
            <a:avLst/>
          </a:prstGeom>
          <a:noFill/>
          <a:ln w="38100">
            <a:solidFill>
              <a:srgbClr val="F088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651760"/>
            <a:ext cx="329184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6974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COM CRUD COMPLETO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8221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Autor, Livro, Usuário e Empréstimo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2651760"/>
            <a:ext cx="329184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34840" y="26974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4572000" y="3520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DE POO APLICADOS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38221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Encapsulamento, Herança, Polimorfismo, Abstração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0" y="2651760"/>
            <a:ext cx="329184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0" y="26974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8366760" y="3520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JAVA NO PROJETO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66760" y="38221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modelos + 4 controllers + Main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663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9834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um domínio real (biblioteca) usando classes, herança e abstração.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responsabilidades em camadas: modelo (dados), controle (CRUD), visão (CLI).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regra de negócio (livro fica indisponível ao ser emprestado).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Gerenciamento de Biblioteca · POO · UCB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78992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Gerenciamento de Biblioteca</dc:title>
  <dc:subject>PptxGenJS Presentation</dc:subject>
  <dc:creator>Gabriel, Arthur, Maurício, Paulo Henrique, Letícia</dc:creator>
  <cp:lastModifiedBy>Gabriel, Arthur, Maurício, Paulo Henrique, Letícia</cp:lastModifiedBy>
  <cp:revision>1</cp:revision>
  <dcterms:created xsi:type="dcterms:W3CDTF">2026-05-30T21:44:27Z</dcterms:created>
  <dcterms:modified xsi:type="dcterms:W3CDTF">2026-05-30T21:44:27Z</dcterms:modified>
</cp:coreProperties>
</file>